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&lt;Title of Project&gt;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0" y="3980232"/>
            <a:ext cx="34718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the problem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Background of the problem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the study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ts val="3200"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the Objectives of the work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/ research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Framework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Module Description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Module Description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completion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Research Output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Patent Plan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proposed work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162</Words>
  <Application>Microsoft Office PowerPoint</Application>
  <PresentationFormat>On-screen Show (4:3)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&lt;Title of Project&gt;</vt:lpstr>
      <vt:lpstr>   Problem Statement</vt:lpstr>
      <vt:lpstr> Objectives</vt:lpstr>
      <vt:lpstr>  Literature Review</vt:lpstr>
      <vt:lpstr>    Proposed Methodology</vt:lpstr>
      <vt:lpstr>    Work Plan / Timeline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Tanuj R</cp:lastModifiedBy>
  <cp:revision>14</cp:revision>
  <dcterms:created xsi:type="dcterms:W3CDTF">2020-05-13T07:00:09Z</dcterms:created>
  <dcterms:modified xsi:type="dcterms:W3CDTF">2026-02-24T05:18:52Z</dcterms:modified>
</cp:coreProperties>
</file>